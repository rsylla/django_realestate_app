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7"/>
  </p:notesMasterIdLst>
  <p:handoutMasterIdLst>
    <p:handoutMasterId r:id="rId18"/>
  </p:handoutMasterIdLst>
  <p:sldIdLst>
    <p:sldId id="289" r:id="rId5"/>
    <p:sldId id="288" r:id="rId6"/>
    <p:sldId id="283" r:id="rId7"/>
    <p:sldId id="261" r:id="rId8"/>
    <p:sldId id="257" r:id="rId9"/>
    <p:sldId id="264" r:id="rId10"/>
    <p:sldId id="265" r:id="rId11"/>
    <p:sldId id="263" r:id="rId12"/>
    <p:sldId id="290" r:id="rId13"/>
    <p:sldId id="268" r:id="rId14"/>
    <p:sldId id="266" r:id="rId15"/>
    <p:sldId id="2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94" autoAdjust="0"/>
  </p:normalViewPr>
  <p:slideViewPr>
    <p:cSldViewPr snapToGrid="0">
      <p:cViewPr varScale="1">
        <p:scale>
          <a:sx n="89" d="100"/>
          <a:sy n="89" d="100"/>
        </p:scale>
        <p:origin x="90" y="5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E5A239-E53E-48E5-91C5-70C118CF7436}" type="doc">
      <dgm:prSet loTypeId="urn:microsoft.com/office/officeart/2005/8/layout/cycle6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93CF52F-31BC-4E90-B60C-BA04FA7ED99F}">
      <dgm:prSet/>
      <dgm:spPr/>
      <dgm:t>
        <a:bodyPr/>
        <a:lstStyle/>
        <a:p>
          <a:r>
            <a:rPr lang="et-EE"/>
            <a:t>Django</a:t>
          </a:r>
          <a:endParaRPr lang="en-US"/>
        </a:p>
      </dgm:t>
    </dgm:pt>
    <dgm:pt modelId="{C03D1578-DEEA-46D3-9911-D6A00BCC7905}" type="parTrans" cxnId="{11AEC7F7-7F7D-4255-A580-30B50FB7A441}">
      <dgm:prSet/>
      <dgm:spPr/>
      <dgm:t>
        <a:bodyPr/>
        <a:lstStyle/>
        <a:p>
          <a:endParaRPr lang="en-US"/>
        </a:p>
      </dgm:t>
    </dgm:pt>
    <dgm:pt modelId="{01F6E488-5BB1-48AC-AB7D-048EC14DFC38}" type="sibTrans" cxnId="{11AEC7F7-7F7D-4255-A580-30B50FB7A441}">
      <dgm:prSet/>
      <dgm:spPr/>
      <dgm:t>
        <a:bodyPr/>
        <a:lstStyle/>
        <a:p>
          <a:endParaRPr lang="en-US"/>
        </a:p>
      </dgm:t>
    </dgm:pt>
    <dgm:pt modelId="{892499E2-93E9-48F1-964A-CCF65532BF9A}">
      <dgm:prSet/>
      <dgm:spPr/>
      <dgm:t>
        <a:bodyPr/>
        <a:lstStyle/>
        <a:p>
          <a:r>
            <a:rPr lang="et-EE"/>
            <a:t>Pyhton</a:t>
          </a:r>
          <a:endParaRPr lang="en-US"/>
        </a:p>
      </dgm:t>
    </dgm:pt>
    <dgm:pt modelId="{D4267224-8733-4B47-A395-8F101259A857}" type="parTrans" cxnId="{4B5E201E-98B8-495D-BB1F-9E4404C2699C}">
      <dgm:prSet/>
      <dgm:spPr/>
      <dgm:t>
        <a:bodyPr/>
        <a:lstStyle/>
        <a:p>
          <a:endParaRPr lang="en-US"/>
        </a:p>
      </dgm:t>
    </dgm:pt>
    <dgm:pt modelId="{D229CABD-ADF9-4811-89DB-D2C531ECFF84}" type="sibTrans" cxnId="{4B5E201E-98B8-495D-BB1F-9E4404C2699C}">
      <dgm:prSet/>
      <dgm:spPr/>
      <dgm:t>
        <a:bodyPr/>
        <a:lstStyle/>
        <a:p>
          <a:endParaRPr lang="en-US"/>
        </a:p>
      </dgm:t>
    </dgm:pt>
    <dgm:pt modelId="{194716B1-4398-4D8C-9DD0-53F1F123D5FA}" type="pres">
      <dgm:prSet presAssocID="{75E5A239-E53E-48E5-91C5-70C118CF7436}" presName="cycle" presStyleCnt="0">
        <dgm:presLayoutVars>
          <dgm:dir/>
          <dgm:resizeHandles val="exact"/>
        </dgm:presLayoutVars>
      </dgm:prSet>
      <dgm:spPr/>
    </dgm:pt>
    <dgm:pt modelId="{62E7DE80-C85E-4C01-93E2-873C769A51C4}" type="pres">
      <dgm:prSet presAssocID="{F93CF52F-31BC-4E90-B60C-BA04FA7ED99F}" presName="node" presStyleLbl="node1" presStyleIdx="0" presStyleCnt="2">
        <dgm:presLayoutVars>
          <dgm:bulletEnabled val="1"/>
        </dgm:presLayoutVars>
      </dgm:prSet>
      <dgm:spPr/>
    </dgm:pt>
    <dgm:pt modelId="{3A3A9744-764C-45A4-978A-D9C72BFDFF58}" type="pres">
      <dgm:prSet presAssocID="{F93CF52F-31BC-4E90-B60C-BA04FA7ED99F}" presName="spNode" presStyleCnt="0"/>
      <dgm:spPr/>
    </dgm:pt>
    <dgm:pt modelId="{2D749C31-6BA6-41B6-B453-360E8FE56E33}" type="pres">
      <dgm:prSet presAssocID="{01F6E488-5BB1-48AC-AB7D-048EC14DFC38}" presName="sibTrans" presStyleLbl="sibTrans1D1" presStyleIdx="0" presStyleCnt="2"/>
      <dgm:spPr/>
    </dgm:pt>
    <dgm:pt modelId="{0660BBA5-9581-4DC9-8C03-8B569710A05A}" type="pres">
      <dgm:prSet presAssocID="{892499E2-93E9-48F1-964A-CCF65532BF9A}" presName="node" presStyleLbl="node1" presStyleIdx="1" presStyleCnt="2">
        <dgm:presLayoutVars>
          <dgm:bulletEnabled val="1"/>
        </dgm:presLayoutVars>
      </dgm:prSet>
      <dgm:spPr/>
    </dgm:pt>
    <dgm:pt modelId="{10C5A0B2-5D21-418C-BADE-0EBA2A37F046}" type="pres">
      <dgm:prSet presAssocID="{892499E2-93E9-48F1-964A-CCF65532BF9A}" presName="spNode" presStyleCnt="0"/>
      <dgm:spPr/>
    </dgm:pt>
    <dgm:pt modelId="{8FE8ED80-9CFE-4C8C-BEB7-7CEBEDD9B255}" type="pres">
      <dgm:prSet presAssocID="{D229CABD-ADF9-4811-89DB-D2C531ECFF84}" presName="sibTrans" presStyleLbl="sibTrans1D1" presStyleIdx="1" presStyleCnt="2"/>
      <dgm:spPr/>
    </dgm:pt>
  </dgm:ptLst>
  <dgm:cxnLst>
    <dgm:cxn modelId="{8F7D321B-2836-401D-997D-72DAAA9A51EF}" type="presOf" srcId="{D229CABD-ADF9-4811-89DB-D2C531ECFF84}" destId="{8FE8ED80-9CFE-4C8C-BEB7-7CEBEDD9B255}" srcOrd="0" destOrd="0" presId="urn:microsoft.com/office/officeart/2005/8/layout/cycle6"/>
    <dgm:cxn modelId="{4B5E201E-98B8-495D-BB1F-9E4404C2699C}" srcId="{75E5A239-E53E-48E5-91C5-70C118CF7436}" destId="{892499E2-93E9-48F1-964A-CCF65532BF9A}" srcOrd="1" destOrd="0" parTransId="{D4267224-8733-4B47-A395-8F101259A857}" sibTransId="{D229CABD-ADF9-4811-89DB-D2C531ECFF84}"/>
    <dgm:cxn modelId="{863DF179-C322-4B02-B308-82FBCFBBD6E0}" type="presOf" srcId="{75E5A239-E53E-48E5-91C5-70C118CF7436}" destId="{194716B1-4398-4D8C-9DD0-53F1F123D5FA}" srcOrd="0" destOrd="0" presId="urn:microsoft.com/office/officeart/2005/8/layout/cycle6"/>
    <dgm:cxn modelId="{CED291B8-1D47-4C24-A35F-05E7FF66A2C6}" type="presOf" srcId="{01F6E488-5BB1-48AC-AB7D-048EC14DFC38}" destId="{2D749C31-6BA6-41B6-B453-360E8FE56E33}" srcOrd="0" destOrd="0" presId="urn:microsoft.com/office/officeart/2005/8/layout/cycle6"/>
    <dgm:cxn modelId="{787B39C4-3439-45D9-B063-87C4EE7BDE76}" type="presOf" srcId="{F93CF52F-31BC-4E90-B60C-BA04FA7ED99F}" destId="{62E7DE80-C85E-4C01-93E2-873C769A51C4}" srcOrd="0" destOrd="0" presId="urn:microsoft.com/office/officeart/2005/8/layout/cycle6"/>
    <dgm:cxn modelId="{04A646CF-161F-4141-9185-E32C5D269320}" type="presOf" srcId="{892499E2-93E9-48F1-964A-CCF65532BF9A}" destId="{0660BBA5-9581-4DC9-8C03-8B569710A05A}" srcOrd="0" destOrd="0" presId="urn:microsoft.com/office/officeart/2005/8/layout/cycle6"/>
    <dgm:cxn modelId="{11AEC7F7-7F7D-4255-A580-30B50FB7A441}" srcId="{75E5A239-E53E-48E5-91C5-70C118CF7436}" destId="{F93CF52F-31BC-4E90-B60C-BA04FA7ED99F}" srcOrd="0" destOrd="0" parTransId="{C03D1578-DEEA-46D3-9911-D6A00BCC7905}" sibTransId="{01F6E488-5BB1-48AC-AB7D-048EC14DFC38}"/>
    <dgm:cxn modelId="{DBA2C1A9-A899-42A7-86BB-45DEE6C8C765}" type="presParOf" srcId="{194716B1-4398-4D8C-9DD0-53F1F123D5FA}" destId="{62E7DE80-C85E-4C01-93E2-873C769A51C4}" srcOrd="0" destOrd="0" presId="urn:microsoft.com/office/officeart/2005/8/layout/cycle6"/>
    <dgm:cxn modelId="{C936BFDA-13CB-4B64-BE2F-3508E6F626D6}" type="presParOf" srcId="{194716B1-4398-4D8C-9DD0-53F1F123D5FA}" destId="{3A3A9744-764C-45A4-978A-D9C72BFDFF58}" srcOrd="1" destOrd="0" presId="urn:microsoft.com/office/officeart/2005/8/layout/cycle6"/>
    <dgm:cxn modelId="{B745B821-0C1B-4532-9857-C88EEA9D6A79}" type="presParOf" srcId="{194716B1-4398-4D8C-9DD0-53F1F123D5FA}" destId="{2D749C31-6BA6-41B6-B453-360E8FE56E33}" srcOrd="2" destOrd="0" presId="urn:microsoft.com/office/officeart/2005/8/layout/cycle6"/>
    <dgm:cxn modelId="{9491F487-AA37-47AD-B874-A020E8EE04DD}" type="presParOf" srcId="{194716B1-4398-4D8C-9DD0-53F1F123D5FA}" destId="{0660BBA5-9581-4DC9-8C03-8B569710A05A}" srcOrd="3" destOrd="0" presId="urn:microsoft.com/office/officeart/2005/8/layout/cycle6"/>
    <dgm:cxn modelId="{607E22A0-BBF4-4CD4-9FFC-F3E913B59026}" type="presParOf" srcId="{194716B1-4398-4D8C-9DD0-53F1F123D5FA}" destId="{10C5A0B2-5D21-418C-BADE-0EBA2A37F046}" srcOrd="4" destOrd="0" presId="urn:microsoft.com/office/officeart/2005/8/layout/cycle6"/>
    <dgm:cxn modelId="{BB8021B9-B79F-48C2-AA31-F4F44F5CE7AA}" type="presParOf" srcId="{194716B1-4398-4D8C-9DD0-53F1F123D5FA}" destId="{8FE8ED80-9CFE-4C8C-BEB7-7CEBEDD9B255}" srcOrd="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D69BEC-B502-4026-BCE0-747F5A48B7E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7FFA42E-3F90-46C8-8B31-3338AFAB9FD0}">
      <dgm:prSet/>
      <dgm:spPr/>
      <dgm:t>
        <a:bodyPr/>
        <a:lstStyle/>
        <a:p>
          <a:r>
            <a:rPr lang="et-EE"/>
            <a:t>Cache</a:t>
          </a:r>
          <a:endParaRPr lang="en-US"/>
        </a:p>
      </dgm:t>
    </dgm:pt>
    <dgm:pt modelId="{1CE328CC-3373-4692-9DDF-C935018B0B05}" type="parTrans" cxnId="{D9AFA041-5C84-487C-BBB2-9FF817FA0BF4}">
      <dgm:prSet/>
      <dgm:spPr/>
      <dgm:t>
        <a:bodyPr/>
        <a:lstStyle/>
        <a:p>
          <a:endParaRPr lang="en-US"/>
        </a:p>
      </dgm:t>
    </dgm:pt>
    <dgm:pt modelId="{A61AA5A8-779E-4596-AFEB-20BF0CD733C0}" type="sibTrans" cxnId="{D9AFA041-5C84-487C-BBB2-9FF817FA0BF4}">
      <dgm:prSet/>
      <dgm:spPr/>
      <dgm:t>
        <a:bodyPr/>
        <a:lstStyle/>
        <a:p>
          <a:endParaRPr lang="en-US"/>
        </a:p>
      </dgm:t>
    </dgm:pt>
    <dgm:pt modelId="{E5349D9A-CF1D-4B20-9C2C-7CFCFC7E6986}">
      <dgm:prSet/>
      <dgm:spPr/>
      <dgm:t>
        <a:bodyPr/>
        <a:lstStyle/>
        <a:p>
          <a:r>
            <a:rPr lang="et-EE"/>
            <a:t>Päringute piirang</a:t>
          </a:r>
          <a:endParaRPr lang="en-US"/>
        </a:p>
      </dgm:t>
    </dgm:pt>
    <dgm:pt modelId="{9E2100B4-67A3-4EEF-BEA5-9C2A9120AC8C}" type="parTrans" cxnId="{5EBDC110-12BB-4DFE-9951-8AD1A05B1343}">
      <dgm:prSet/>
      <dgm:spPr/>
      <dgm:t>
        <a:bodyPr/>
        <a:lstStyle/>
        <a:p>
          <a:endParaRPr lang="en-US"/>
        </a:p>
      </dgm:t>
    </dgm:pt>
    <dgm:pt modelId="{75FF6D5D-6125-466A-9378-D955DDE96E03}" type="sibTrans" cxnId="{5EBDC110-12BB-4DFE-9951-8AD1A05B1343}">
      <dgm:prSet/>
      <dgm:spPr/>
      <dgm:t>
        <a:bodyPr/>
        <a:lstStyle/>
        <a:p>
          <a:endParaRPr lang="en-US"/>
        </a:p>
      </dgm:t>
    </dgm:pt>
    <dgm:pt modelId="{DB7C4564-EB8B-4B93-AB8D-400633D10EC6}">
      <dgm:prSet/>
      <dgm:spPr/>
      <dgm:t>
        <a:bodyPr/>
        <a:lstStyle/>
        <a:p>
          <a:r>
            <a:rPr lang="et-EE"/>
            <a:t>Keskkonna ülesseadmine</a:t>
          </a:r>
          <a:endParaRPr lang="en-US"/>
        </a:p>
      </dgm:t>
    </dgm:pt>
    <dgm:pt modelId="{BBDDC106-3C54-4A34-AA61-AD4B2CF9940E}" type="parTrans" cxnId="{29C02184-445C-409F-91B0-19B0F4170702}">
      <dgm:prSet/>
      <dgm:spPr/>
      <dgm:t>
        <a:bodyPr/>
        <a:lstStyle/>
        <a:p>
          <a:endParaRPr lang="en-US"/>
        </a:p>
      </dgm:t>
    </dgm:pt>
    <dgm:pt modelId="{0BC0401C-A445-458B-BB5D-0B2C663B14D1}" type="sibTrans" cxnId="{29C02184-445C-409F-91B0-19B0F4170702}">
      <dgm:prSet/>
      <dgm:spPr/>
      <dgm:t>
        <a:bodyPr/>
        <a:lstStyle/>
        <a:p>
          <a:endParaRPr lang="en-US"/>
        </a:p>
      </dgm:t>
    </dgm:pt>
    <dgm:pt modelId="{109825B0-7171-4186-A3E8-5E2D2C44E9C7}">
      <dgm:prSet/>
      <dgm:spPr/>
      <dgm:t>
        <a:bodyPr/>
        <a:lstStyle/>
        <a:p>
          <a:r>
            <a:rPr lang="et-EE"/>
            <a:t>Django spetsiifika</a:t>
          </a:r>
          <a:endParaRPr lang="en-US"/>
        </a:p>
      </dgm:t>
    </dgm:pt>
    <dgm:pt modelId="{5F6B568D-7059-4730-AE08-181DBB12541A}" type="parTrans" cxnId="{C0E48CFD-8C35-48D3-ABDC-D8059DC77D86}">
      <dgm:prSet/>
      <dgm:spPr/>
      <dgm:t>
        <a:bodyPr/>
        <a:lstStyle/>
        <a:p>
          <a:endParaRPr lang="en-US"/>
        </a:p>
      </dgm:t>
    </dgm:pt>
    <dgm:pt modelId="{398AF104-DA49-4767-9146-795209A8613F}" type="sibTrans" cxnId="{C0E48CFD-8C35-48D3-ABDC-D8059DC77D86}">
      <dgm:prSet/>
      <dgm:spPr/>
      <dgm:t>
        <a:bodyPr/>
        <a:lstStyle/>
        <a:p>
          <a:endParaRPr lang="en-US"/>
        </a:p>
      </dgm:t>
    </dgm:pt>
    <dgm:pt modelId="{8FAC237E-DDD1-4FBD-8071-5A6AA7F0682E}" type="pres">
      <dgm:prSet presAssocID="{12D69BEC-B502-4026-BCE0-747F5A48B7ED}" presName="vert0" presStyleCnt="0">
        <dgm:presLayoutVars>
          <dgm:dir/>
          <dgm:animOne val="branch"/>
          <dgm:animLvl val="lvl"/>
        </dgm:presLayoutVars>
      </dgm:prSet>
      <dgm:spPr/>
    </dgm:pt>
    <dgm:pt modelId="{8E99BA59-C271-4D1F-AD58-4F5D4529FBFE}" type="pres">
      <dgm:prSet presAssocID="{67FFA42E-3F90-46C8-8B31-3338AFAB9FD0}" presName="thickLine" presStyleLbl="alignNode1" presStyleIdx="0" presStyleCnt="4"/>
      <dgm:spPr/>
    </dgm:pt>
    <dgm:pt modelId="{243862A4-A6E4-4E98-9A04-18425B37BEFE}" type="pres">
      <dgm:prSet presAssocID="{67FFA42E-3F90-46C8-8B31-3338AFAB9FD0}" presName="horz1" presStyleCnt="0"/>
      <dgm:spPr/>
    </dgm:pt>
    <dgm:pt modelId="{BD2694B5-2D75-48AD-8919-A9510357007C}" type="pres">
      <dgm:prSet presAssocID="{67FFA42E-3F90-46C8-8B31-3338AFAB9FD0}" presName="tx1" presStyleLbl="revTx" presStyleIdx="0" presStyleCnt="4"/>
      <dgm:spPr/>
    </dgm:pt>
    <dgm:pt modelId="{A0C425F3-9EAB-4DC1-9D39-DBCF0DADD6B3}" type="pres">
      <dgm:prSet presAssocID="{67FFA42E-3F90-46C8-8B31-3338AFAB9FD0}" presName="vert1" presStyleCnt="0"/>
      <dgm:spPr/>
    </dgm:pt>
    <dgm:pt modelId="{C59C4CCD-0C3D-48EF-8280-21E3F209C7E4}" type="pres">
      <dgm:prSet presAssocID="{E5349D9A-CF1D-4B20-9C2C-7CFCFC7E6986}" presName="thickLine" presStyleLbl="alignNode1" presStyleIdx="1" presStyleCnt="4"/>
      <dgm:spPr/>
    </dgm:pt>
    <dgm:pt modelId="{96C31A18-4293-46BE-B99B-57931BB7D8CE}" type="pres">
      <dgm:prSet presAssocID="{E5349D9A-CF1D-4B20-9C2C-7CFCFC7E6986}" presName="horz1" presStyleCnt="0"/>
      <dgm:spPr/>
    </dgm:pt>
    <dgm:pt modelId="{BBB8D1EF-E2B0-4046-9256-FADDAF52F0F5}" type="pres">
      <dgm:prSet presAssocID="{E5349D9A-CF1D-4B20-9C2C-7CFCFC7E6986}" presName="tx1" presStyleLbl="revTx" presStyleIdx="1" presStyleCnt="4"/>
      <dgm:spPr/>
    </dgm:pt>
    <dgm:pt modelId="{5A2314A3-92E6-4185-B842-CD9CA470892A}" type="pres">
      <dgm:prSet presAssocID="{E5349D9A-CF1D-4B20-9C2C-7CFCFC7E6986}" presName="vert1" presStyleCnt="0"/>
      <dgm:spPr/>
    </dgm:pt>
    <dgm:pt modelId="{52C30CBC-EF0F-498C-A02A-C995FC1E0527}" type="pres">
      <dgm:prSet presAssocID="{DB7C4564-EB8B-4B93-AB8D-400633D10EC6}" presName="thickLine" presStyleLbl="alignNode1" presStyleIdx="2" presStyleCnt="4"/>
      <dgm:spPr/>
    </dgm:pt>
    <dgm:pt modelId="{29AEF13C-369F-49F0-82E7-2EB1902218DA}" type="pres">
      <dgm:prSet presAssocID="{DB7C4564-EB8B-4B93-AB8D-400633D10EC6}" presName="horz1" presStyleCnt="0"/>
      <dgm:spPr/>
    </dgm:pt>
    <dgm:pt modelId="{8B5370BF-67A7-454F-881D-8FC0B79203A4}" type="pres">
      <dgm:prSet presAssocID="{DB7C4564-EB8B-4B93-AB8D-400633D10EC6}" presName="tx1" presStyleLbl="revTx" presStyleIdx="2" presStyleCnt="4"/>
      <dgm:spPr/>
    </dgm:pt>
    <dgm:pt modelId="{556CBD48-28C4-45D3-9E02-469BE007D308}" type="pres">
      <dgm:prSet presAssocID="{DB7C4564-EB8B-4B93-AB8D-400633D10EC6}" presName="vert1" presStyleCnt="0"/>
      <dgm:spPr/>
    </dgm:pt>
    <dgm:pt modelId="{0A66D89A-54C0-42F3-BFB7-82A4C7D5D6A4}" type="pres">
      <dgm:prSet presAssocID="{109825B0-7171-4186-A3E8-5E2D2C44E9C7}" presName="thickLine" presStyleLbl="alignNode1" presStyleIdx="3" presStyleCnt="4"/>
      <dgm:spPr/>
    </dgm:pt>
    <dgm:pt modelId="{7B389DA0-249F-46C3-B5D5-5FF710178CDB}" type="pres">
      <dgm:prSet presAssocID="{109825B0-7171-4186-A3E8-5E2D2C44E9C7}" presName="horz1" presStyleCnt="0"/>
      <dgm:spPr/>
    </dgm:pt>
    <dgm:pt modelId="{7601ECA2-745C-428F-8C9B-74E149E206FC}" type="pres">
      <dgm:prSet presAssocID="{109825B0-7171-4186-A3E8-5E2D2C44E9C7}" presName="tx1" presStyleLbl="revTx" presStyleIdx="3" presStyleCnt="4"/>
      <dgm:spPr/>
    </dgm:pt>
    <dgm:pt modelId="{1E4EADC4-8D37-4D7D-9C2A-F2DD431914AA}" type="pres">
      <dgm:prSet presAssocID="{109825B0-7171-4186-A3E8-5E2D2C44E9C7}" presName="vert1" presStyleCnt="0"/>
      <dgm:spPr/>
    </dgm:pt>
  </dgm:ptLst>
  <dgm:cxnLst>
    <dgm:cxn modelId="{9BCA9D0C-5A62-4823-BF61-DF5148F502C7}" type="presOf" srcId="{109825B0-7171-4186-A3E8-5E2D2C44E9C7}" destId="{7601ECA2-745C-428F-8C9B-74E149E206FC}" srcOrd="0" destOrd="0" presId="urn:microsoft.com/office/officeart/2008/layout/LinedList"/>
    <dgm:cxn modelId="{5EBDC110-12BB-4DFE-9951-8AD1A05B1343}" srcId="{12D69BEC-B502-4026-BCE0-747F5A48B7ED}" destId="{E5349D9A-CF1D-4B20-9C2C-7CFCFC7E6986}" srcOrd="1" destOrd="0" parTransId="{9E2100B4-67A3-4EEF-BEA5-9C2A9120AC8C}" sibTransId="{75FF6D5D-6125-466A-9378-D955DDE96E03}"/>
    <dgm:cxn modelId="{13A27E19-DD72-4EDD-83E8-DDF384F5102D}" type="presOf" srcId="{DB7C4564-EB8B-4B93-AB8D-400633D10EC6}" destId="{8B5370BF-67A7-454F-881D-8FC0B79203A4}" srcOrd="0" destOrd="0" presId="urn:microsoft.com/office/officeart/2008/layout/LinedList"/>
    <dgm:cxn modelId="{D9AFA041-5C84-487C-BBB2-9FF817FA0BF4}" srcId="{12D69BEC-B502-4026-BCE0-747F5A48B7ED}" destId="{67FFA42E-3F90-46C8-8B31-3338AFAB9FD0}" srcOrd="0" destOrd="0" parTransId="{1CE328CC-3373-4692-9DDF-C935018B0B05}" sibTransId="{A61AA5A8-779E-4596-AFEB-20BF0CD733C0}"/>
    <dgm:cxn modelId="{22FEC144-87C5-4CF3-9E91-7F138CE73724}" type="presOf" srcId="{67FFA42E-3F90-46C8-8B31-3338AFAB9FD0}" destId="{BD2694B5-2D75-48AD-8919-A9510357007C}" srcOrd="0" destOrd="0" presId="urn:microsoft.com/office/officeart/2008/layout/LinedList"/>
    <dgm:cxn modelId="{29C02184-445C-409F-91B0-19B0F4170702}" srcId="{12D69BEC-B502-4026-BCE0-747F5A48B7ED}" destId="{DB7C4564-EB8B-4B93-AB8D-400633D10EC6}" srcOrd="2" destOrd="0" parTransId="{BBDDC106-3C54-4A34-AA61-AD4B2CF9940E}" sibTransId="{0BC0401C-A445-458B-BB5D-0B2C663B14D1}"/>
    <dgm:cxn modelId="{DCFB599E-BC04-471E-A82A-82CEB69DFA99}" type="presOf" srcId="{E5349D9A-CF1D-4B20-9C2C-7CFCFC7E6986}" destId="{BBB8D1EF-E2B0-4046-9256-FADDAF52F0F5}" srcOrd="0" destOrd="0" presId="urn:microsoft.com/office/officeart/2008/layout/LinedList"/>
    <dgm:cxn modelId="{454442C0-BC78-4866-8D79-4A69DBC5E726}" type="presOf" srcId="{12D69BEC-B502-4026-BCE0-747F5A48B7ED}" destId="{8FAC237E-DDD1-4FBD-8071-5A6AA7F0682E}" srcOrd="0" destOrd="0" presId="urn:microsoft.com/office/officeart/2008/layout/LinedList"/>
    <dgm:cxn modelId="{C0E48CFD-8C35-48D3-ABDC-D8059DC77D86}" srcId="{12D69BEC-B502-4026-BCE0-747F5A48B7ED}" destId="{109825B0-7171-4186-A3E8-5E2D2C44E9C7}" srcOrd="3" destOrd="0" parTransId="{5F6B568D-7059-4730-AE08-181DBB12541A}" sibTransId="{398AF104-DA49-4767-9146-795209A8613F}"/>
    <dgm:cxn modelId="{5C7BFDD6-DAD1-40B9-A94B-653CCE46285A}" type="presParOf" srcId="{8FAC237E-DDD1-4FBD-8071-5A6AA7F0682E}" destId="{8E99BA59-C271-4D1F-AD58-4F5D4529FBFE}" srcOrd="0" destOrd="0" presId="urn:microsoft.com/office/officeart/2008/layout/LinedList"/>
    <dgm:cxn modelId="{EFC4F1D8-06E8-4E48-B910-418F9C0654B9}" type="presParOf" srcId="{8FAC237E-DDD1-4FBD-8071-5A6AA7F0682E}" destId="{243862A4-A6E4-4E98-9A04-18425B37BEFE}" srcOrd="1" destOrd="0" presId="urn:microsoft.com/office/officeart/2008/layout/LinedList"/>
    <dgm:cxn modelId="{248C7DFC-56EB-4362-995E-4A61AFFA7F5A}" type="presParOf" srcId="{243862A4-A6E4-4E98-9A04-18425B37BEFE}" destId="{BD2694B5-2D75-48AD-8919-A9510357007C}" srcOrd="0" destOrd="0" presId="urn:microsoft.com/office/officeart/2008/layout/LinedList"/>
    <dgm:cxn modelId="{2B17FFA3-4B8C-4581-A989-B115F6A7070D}" type="presParOf" srcId="{243862A4-A6E4-4E98-9A04-18425B37BEFE}" destId="{A0C425F3-9EAB-4DC1-9D39-DBCF0DADD6B3}" srcOrd="1" destOrd="0" presId="urn:microsoft.com/office/officeart/2008/layout/LinedList"/>
    <dgm:cxn modelId="{FC842B3E-4B17-4A6A-AE5F-3C4D9AB8ADEE}" type="presParOf" srcId="{8FAC237E-DDD1-4FBD-8071-5A6AA7F0682E}" destId="{C59C4CCD-0C3D-48EF-8280-21E3F209C7E4}" srcOrd="2" destOrd="0" presId="urn:microsoft.com/office/officeart/2008/layout/LinedList"/>
    <dgm:cxn modelId="{B83CD860-69EC-4041-A35A-B4E3DF95439B}" type="presParOf" srcId="{8FAC237E-DDD1-4FBD-8071-5A6AA7F0682E}" destId="{96C31A18-4293-46BE-B99B-57931BB7D8CE}" srcOrd="3" destOrd="0" presId="urn:microsoft.com/office/officeart/2008/layout/LinedList"/>
    <dgm:cxn modelId="{CD58A4A1-8BA5-467A-A80D-269D9E555439}" type="presParOf" srcId="{96C31A18-4293-46BE-B99B-57931BB7D8CE}" destId="{BBB8D1EF-E2B0-4046-9256-FADDAF52F0F5}" srcOrd="0" destOrd="0" presId="urn:microsoft.com/office/officeart/2008/layout/LinedList"/>
    <dgm:cxn modelId="{B9D0C920-D332-4859-98BE-C1A8EF1DCA1B}" type="presParOf" srcId="{96C31A18-4293-46BE-B99B-57931BB7D8CE}" destId="{5A2314A3-92E6-4185-B842-CD9CA470892A}" srcOrd="1" destOrd="0" presId="urn:microsoft.com/office/officeart/2008/layout/LinedList"/>
    <dgm:cxn modelId="{B659F756-F69C-4BAD-AB99-E6E7DDF09F49}" type="presParOf" srcId="{8FAC237E-DDD1-4FBD-8071-5A6AA7F0682E}" destId="{52C30CBC-EF0F-498C-A02A-C995FC1E0527}" srcOrd="4" destOrd="0" presId="urn:microsoft.com/office/officeart/2008/layout/LinedList"/>
    <dgm:cxn modelId="{B3B68FF8-C212-49A1-860D-1D7A53C6030D}" type="presParOf" srcId="{8FAC237E-DDD1-4FBD-8071-5A6AA7F0682E}" destId="{29AEF13C-369F-49F0-82E7-2EB1902218DA}" srcOrd="5" destOrd="0" presId="urn:microsoft.com/office/officeart/2008/layout/LinedList"/>
    <dgm:cxn modelId="{25B64560-DA2A-460E-9239-0A982EB95EF1}" type="presParOf" srcId="{29AEF13C-369F-49F0-82E7-2EB1902218DA}" destId="{8B5370BF-67A7-454F-881D-8FC0B79203A4}" srcOrd="0" destOrd="0" presId="urn:microsoft.com/office/officeart/2008/layout/LinedList"/>
    <dgm:cxn modelId="{79BAEE2E-9285-4618-ADAF-23AABA4D28F8}" type="presParOf" srcId="{29AEF13C-369F-49F0-82E7-2EB1902218DA}" destId="{556CBD48-28C4-45D3-9E02-469BE007D308}" srcOrd="1" destOrd="0" presId="urn:microsoft.com/office/officeart/2008/layout/LinedList"/>
    <dgm:cxn modelId="{90241FDD-BCCD-4E01-AB83-BA46448A3EA7}" type="presParOf" srcId="{8FAC237E-DDD1-4FBD-8071-5A6AA7F0682E}" destId="{0A66D89A-54C0-42F3-BFB7-82A4C7D5D6A4}" srcOrd="6" destOrd="0" presId="urn:microsoft.com/office/officeart/2008/layout/LinedList"/>
    <dgm:cxn modelId="{CF7CA6BC-0412-45A4-971E-EDC7BB1277A4}" type="presParOf" srcId="{8FAC237E-DDD1-4FBD-8071-5A6AA7F0682E}" destId="{7B389DA0-249F-46C3-B5D5-5FF710178CDB}" srcOrd="7" destOrd="0" presId="urn:microsoft.com/office/officeart/2008/layout/LinedList"/>
    <dgm:cxn modelId="{5B154620-8DE1-40C6-8043-7A71752A4F98}" type="presParOf" srcId="{7B389DA0-249F-46C3-B5D5-5FF710178CDB}" destId="{7601ECA2-745C-428F-8C9B-74E149E206FC}" srcOrd="0" destOrd="0" presId="urn:microsoft.com/office/officeart/2008/layout/LinedList"/>
    <dgm:cxn modelId="{0B3A4A99-5ED1-4492-A558-CAC2514819CD}" type="presParOf" srcId="{7B389DA0-249F-46C3-B5D5-5FF710178CDB}" destId="{1E4EADC4-8D37-4D7D-9C2A-F2DD431914A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E7DE80-C85E-4C01-93E2-873C769A51C4}">
      <dsp:nvSpPr>
        <dsp:cNvPr id="0" name=""/>
        <dsp:cNvSpPr/>
      </dsp:nvSpPr>
      <dsp:spPr>
        <a:xfrm>
          <a:off x="1274" y="1476431"/>
          <a:ext cx="3527325" cy="229276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t-EE" sz="6500" kern="1200"/>
            <a:t>Django</a:t>
          </a:r>
          <a:endParaRPr lang="en-US" sz="6500" kern="1200"/>
        </a:p>
      </dsp:txBody>
      <dsp:txXfrm>
        <a:off x="113197" y="1588354"/>
        <a:ext cx="3303479" cy="2068915"/>
      </dsp:txXfrm>
    </dsp:sp>
    <dsp:sp modelId="{2D749C31-6BA6-41B6-B453-360E8FE56E33}">
      <dsp:nvSpPr>
        <dsp:cNvPr id="0" name=""/>
        <dsp:cNvSpPr/>
      </dsp:nvSpPr>
      <dsp:spPr>
        <a:xfrm>
          <a:off x="1764937" y="675538"/>
          <a:ext cx="3894547" cy="3894547"/>
        </a:xfrm>
        <a:custGeom>
          <a:avLst/>
          <a:gdLst/>
          <a:ahLst/>
          <a:cxnLst/>
          <a:rect l="0" t="0" r="0" b="0"/>
          <a:pathLst>
            <a:path>
              <a:moveTo>
                <a:pt x="391945" y="775595"/>
              </a:moveTo>
              <a:arcTo wR="1947273" hR="1947273" stAng="13019512" swAng="6360976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60BBA5-9581-4DC9-8C03-8B569710A05A}">
      <dsp:nvSpPr>
        <dsp:cNvPr id="0" name=""/>
        <dsp:cNvSpPr/>
      </dsp:nvSpPr>
      <dsp:spPr>
        <a:xfrm>
          <a:off x="3895822" y="1476431"/>
          <a:ext cx="3527325" cy="229276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t-EE" sz="6500" kern="1200"/>
            <a:t>Pyhton</a:t>
          </a:r>
          <a:endParaRPr lang="en-US" sz="6500" kern="1200"/>
        </a:p>
      </dsp:txBody>
      <dsp:txXfrm>
        <a:off x="4007745" y="1588354"/>
        <a:ext cx="3303479" cy="2068915"/>
      </dsp:txXfrm>
    </dsp:sp>
    <dsp:sp modelId="{8FE8ED80-9CFE-4C8C-BEB7-7CEBEDD9B255}">
      <dsp:nvSpPr>
        <dsp:cNvPr id="0" name=""/>
        <dsp:cNvSpPr/>
      </dsp:nvSpPr>
      <dsp:spPr>
        <a:xfrm>
          <a:off x="1764937" y="675538"/>
          <a:ext cx="3894547" cy="3894547"/>
        </a:xfrm>
        <a:custGeom>
          <a:avLst/>
          <a:gdLst/>
          <a:ahLst/>
          <a:cxnLst/>
          <a:rect l="0" t="0" r="0" b="0"/>
          <a:pathLst>
            <a:path>
              <a:moveTo>
                <a:pt x="3502601" y="3118951"/>
              </a:moveTo>
              <a:arcTo wR="1947273" hR="1947273" stAng="2219512" swAng="6360976"/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99BA59-C271-4D1F-AD58-4F5D4529FBFE}">
      <dsp:nvSpPr>
        <dsp:cNvPr id="0" name=""/>
        <dsp:cNvSpPr/>
      </dsp:nvSpPr>
      <dsp:spPr>
        <a:xfrm>
          <a:off x="0" y="0"/>
          <a:ext cx="742442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2694B5-2D75-48AD-8919-A9510357007C}">
      <dsp:nvSpPr>
        <dsp:cNvPr id="0" name=""/>
        <dsp:cNvSpPr/>
      </dsp:nvSpPr>
      <dsp:spPr>
        <a:xfrm>
          <a:off x="0" y="0"/>
          <a:ext cx="7424423" cy="131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0" tIns="228600" rIns="228600" bIns="228600" numCol="1" spcCol="1270" anchor="t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t-EE" sz="6000" kern="1200"/>
            <a:t>Cache</a:t>
          </a:r>
          <a:endParaRPr lang="en-US" sz="6000" kern="1200"/>
        </a:p>
      </dsp:txBody>
      <dsp:txXfrm>
        <a:off x="0" y="0"/>
        <a:ext cx="7424423" cy="1311406"/>
      </dsp:txXfrm>
    </dsp:sp>
    <dsp:sp modelId="{C59C4CCD-0C3D-48EF-8280-21E3F209C7E4}">
      <dsp:nvSpPr>
        <dsp:cNvPr id="0" name=""/>
        <dsp:cNvSpPr/>
      </dsp:nvSpPr>
      <dsp:spPr>
        <a:xfrm>
          <a:off x="0" y="1311406"/>
          <a:ext cx="7424423" cy="0"/>
        </a:xfrm>
        <a:prstGeom prst="line">
          <a:avLst/>
        </a:prstGeom>
        <a:solidFill>
          <a:schemeClr val="accent2">
            <a:hueOff val="-6295173"/>
            <a:satOff val="12117"/>
            <a:lumOff val="-8366"/>
            <a:alphaOff val="0"/>
          </a:schemeClr>
        </a:solidFill>
        <a:ln w="12700" cap="flat" cmpd="sng" algn="ctr">
          <a:solidFill>
            <a:schemeClr val="accent2">
              <a:hueOff val="-6295173"/>
              <a:satOff val="12117"/>
              <a:lumOff val="-83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B8D1EF-E2B0-4046-9256-FADDAF52F0F5}">
      <dsp:nvSpPr>
        <dsp:cNvPr id="0" name=""/>
        <dsp:cNvSpPr/>
      </dsp:nvSpPr>
      <dsp:spPr>
        <a:xfrm>
          <a:off x="0" y="1311406"/>
          <a:ext cx="7424423" cy="131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0" tIns="228600" rIns="228600" bIns="228600" numCol="1" spcCol="1270" anchor="t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t-EE" sz="6000" kern="1200"/>
            <a:t>Päringute piirang</a:t>
          </a:r>
          <a:endParaRPr lang="en-US" sz="6000" kern="1200"/>
        </a:p>
      </dsp:txBody>
      <dsp:txXfrm>
        <a:off x="0" y="1311406"/>
        <a:ext cx="7424423" cy="1311406"/>
      </dsp:txXfrm>
    </dsp:sp>
    <dsp:sp modelId="{52C30CBC-EF0F-498C-A02A-C995FC1E0527}">
      <dsp:nvSpPr>
        <dsp:cNvPr id="0" name=""/>
        <dsp:cNvSpPr/>
      </dsp:nvSpPr>
      <dsp:spPr>
        <a:xfrm>
          <a:off x="0" y="2622812"/>
          <a:ext cx="7424423" cy="0"/>
        </a:xfrm>
        <a:prstGeom prst="line">
          <a:avLst/>
        </a:prstGeom>
        <a:solidFill>
          <a:schemeClr val="accent2">
            <a:hueOff val="-12590346"/>
            <a:satOff val="24234"/>
            <a:lumOff val="-16733"/>
            <a:alphaOff val="0"/>
          </a:schemeClr>
        </a:solidFill>
        <a:ln w="12700" cap="flat" cmpd="sng" algn="ctr">
          <a:solidFill>
            <a:schemeClr val="accent2">
              <a:hueOff val="-12590346"/>
              <a:satOff val="24234"/>
              <a:lumOff val="-1673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370BF-67A7-454F-881D-8FC0B79203A4}">
      <dsp:nvSpPr>
        <dsp:cNvPr id="0" name=""/>
        <dsp:cNvSpPr/>
      </dsp:nvSpPr>
      <dsp:spPr>
        <a:xfrm>
          <a:off x="0" y="2622812"/>
          <a:ext cx="7424423" cy="131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0" tIns="228600" rIns="228600" bIns="228600" numCol="1" spcCol="1270" anchor="t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t-EE" sz="6000" kern="1200"/>
            <a:t>Keskkonna ülesseadmine</a:t>
          </a:r>
          <a:endParaRPr lang="en-US" sz="6000" kern="1200"/>
        </a:p>
      </dsp:txBody>
      <dsp:txXfrm>
        <a:off x="0" y="2622812"/>
        <a:ext cx="7424423" cy="1311406"/>
      </dsp:txXfrm>
    </dsp:sp>
    <dsp:sp modelId="{0A66D89A-54C0-42F3-BFB7-82A4C7D5D6A4}">
      <dsp:nvSpPr>
        <dsp:cNvPr id="0" name=""/>
        <dsp:cNvSpPr/>
      </dsp:nvSpPr>
      <dsp:spPr>
        <a:xfrm>
          <a:off x="0" y="3934218"/>
          <a:ext cx="7424423" cy="0"/>
        </a:xfrm>
        <a:prstGeom prst="line">
          <a:avLst/>
        </a:prstGeom>
        <a:solidFill>
          <a:schemeClr val="accent2">
            <a:hueOff val="-18885518"/>
            <a:satOff val="36351"/>
            <a:lumOff val="-25099"/>
            <a:alphaOff val="0"/>
          </a:schemeClr>
        </a:solidFill>
        <a:ln w="12700" cap="flat" cmpd="sng" algn="ctr">
          <a:solidFill>
            <a:schemeClr val="accent2">
              <a:hueOff val="-18885518"/>
              <a:satOff val="36351"/>
              <a:lumOff val="-250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01ECA2-745C-428F-8C9B-74E149E206FC}">
      <dsp:nvSpPr>
        <dsp:cNvPr id="0" name=""/>
        <dsp:cNvSpPr/>
      </dsp:nvSpPr>
      <dsp:spPr>
        <a:xfrm>
          <a:off x="0" y="3934218"/>
          <a:ext cx="7424423" cy="131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0" tIns="228600" rIns="228600" bIns="228600" numCol="1" spcCol="1270" anchor="t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t-EE" sz="6000" kern="1200"/>
            <a:t>Django spetsiifika</a:t>
          </a:r>
          <a:endParaRPr lang="en-US" sz="6000" kern="1200"/>
        </a:p>
      </dsp:txBody>
      <dsp:txXfrm>
        <a:off x="0" y="3934218"/>
        <a:ext cx="7424423" cy="13114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98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733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7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2374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355955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6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464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68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27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899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1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761" y="1326697"/>
            <a:ext cx="6578801" cy="4227755"/>
          </a:xfrm>
        </p:spPr>
        <p:txBody>
          <a:bodyPr/>
          <a:lstStyle/>
          <a:p>
            <a:r>
              <a:rPr lang="et-EE" sz="4000" dirty="0"/>
              <a:t>Kinnisvara statistika</a:t>
            </a:r>
            <a:r>
              <a:rPr lang="en-US" sz="4000" dirty="0"/>
              <a:t> </a:t>
            </a:r>
            <a:br>
              <a:rPr lang="en-US" dirty="0"/>
            </a:br>
            <a:br>
              <a:rPr lang="et-EE" dirty="0"/>
            </a:br>
            <a:br>
              <a:rPr lang="et-EE" dirty="0"/>
            </a:br>
            <a:br>
              <a:rPr lang="et-EE" dirty="0"/>
            </a:br>
            <a:r>
              <a:rPr lang="et-EE" sz="2000" dirty="0"/>
              <a:t>Andmebaasid</a:t>
            </a:r>
            <a:br>
              <a:rPr lang="et-EE" sz="2000" dirty="0"/>
            </a:br>
            <a:r>
              <a:rPr lang="et-EE" sz="2000" dirty="0"/>
              <a:t>Juhendaja: Janek Press</a:t>
            </a:r>
            <a:br>
              <a:rPr lang="et-EE" sz="2000" dirty="0"/>
            </a:br>
            <a:r>
              <a:rPr lang="et-EE" sz="2000" dirty="0"/>
              <a:t>Koostaja: Raivo Sülla</a:t>
            </a:r>
            <a:endParaRPr lang="en-US" dirty="0"/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8362" y="710005"/>
            <a:ext cx="4973982" cy="5416475"/>
          </a:xfrm>
          <a:noFill/>
        </p:spPr>
        <p:txBody>
          <a:bodyPr anchor="ctr">
            <a:normAutofit/>
          </a:bodyPr>
          <a:lstStyle/>
          <a:p>
            <a:r>
              <a:rPr lang="et-EE" dirty="0"/>
              <a:t>Sissejuhatus:</a:t>
            </a:r>
          </a:p>
          <a:p>
            <a:r>
              <a:rPr lang="et-EE" dirty="0"/>
              <a:t>Lõputöö projekt kinnistamaks Andmebaaside loengus õpitut.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t-EE" dirty="0"/>
              <a:t>Kasutatud tehnoloogia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t-EE" dirty="0"/>
              <a:t>Struktuur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t-EE" dirty="0"/>
              <a:t>Implementatsioon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t-EE" dirty="0"/>
              <a:t>Õppetunnid</a:t>
            </a:r>
            <a:endParaRPr lang="en-US" dirty="0"/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4946249" cy="1730786"/>
          </a:xfrm>
          <a:noFill/>
        </p:spPr>
        <p:txBody>
          <a:bodyPr>
            <a:noAutofit/>
          </a:bodyPr>
          <a:lstStyle/>
          <a:p>
            <a:r>
              <a:rPr lang="et-EE" sz="2400" dirty="0"/>
              <a:t>Kasutatud tehnoloogia:</a:t>
            </a: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5072" y="2481514"/>
            <a:ext cx="5028565" cy="1894972"/>
          </a:xfrm>
          <a:noFill/>
        </p:spPr>
        <p:txBody>
          <a:bodyPr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t-EE" dirty="0"/>
              <a:t>Django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t-EE" dirty="0"/>
              <a:t>Postgre 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t-EE" dirty="0"/>
              <a:t>Redis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t-EE" dirty="0"/>
              <a:t>Python</a:t>
            </a:r>
            <a:endParaRPr lang="en-US" dirty="0"/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/>
      </p:pic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8590DAC5-BA81-4AF8-B0CA-D66712B30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BAB7E7E-14BD-4509-AD05-57C2EF74C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3734" y="557304"/>
            <a:ext cx="5355265" cy="16257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/>
              <a:t>Lähteandmed</a:t>
            </a:r>
          </a:p>
        </p:txBody>
      </p:sp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30" r="1" b="30989"/>
          <a:stretch/>
        </p:blipFill>
        <p:spPr>
          <a:xfrm>
            <a:off x="6" y="10"/>
            <a:ext cx="5815007" cy="3434306"/>
          </a:xfrm>
          <a:custGeom>
            <a:avLst/>
            <a:gdLst/>
            <a:ahLst/>
            <a:cxnLst/>
            <a:rect l="l" t="t" r="r" b="b"/>
            <a:pathLst>
              <a:path w="4742121" h="3429000">
                <a:moveTo>
                  <a:pt x="0" y="0"/>
                </a:moveTo>
                <a:lnTo>
                  <a:pt x="4306186" y="0"/>
                </a:lnTo>
                <a:lnTo>
                  <a:pt x="4742121" y="3429000"/>
                </a:lnTo>
                <a:lnTo>
                  <a:pt x="0" y="3429000"/>
                </a:lnTo>
                <a:close/>
              </a:path>
            </a:pathLst>
          </a:custGeom>
          <a:noFill/>
        </p:spPr>
      </p:pic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FDC6AE30-D848-516C-9ACC-3A2DDEAE49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4619"/>
          <a:stretch/>
        </p:blipFill>
        <p:spPr>
          <a:xfrm>
            <a:off x="0" y="2740329"/>
            <a:ext cx="6224306" cy="4121845"/>
          </a:xfrm>
          <a:custGeom>
            <a:avLst/>
            <a:gdLst/>
            <a:ahLst/>
            <a:cxnLst/>
            <a:rect l="l" t="t" r="r" b="b"/>
            <a:pathLst>
              <a:path w="5178056" h="3429000">
                <a:moveTo>
                  <a:pt x="0" y="0"/>
                </a:moveTo>
                <a:lnTo>
                  <a:pt x="4742121" y="0"/>
                </a:lnTo>
                <a:lnTo>
                  <a:pt x="5178056" y="3429000"/>
                </a:lnTo>
                <a:lnTo>
                  <a:pt x="0" y="3429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4236" y="2183035"/>
            <a:ext cx="4784764" cy="412184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Ebaõnnestunud</a:t>
            </a:r>
            <a:r>
              <a:rPr lang="en-US" dirty="0"/>
              <a:t> </a:t>
            </a:r>
            <a:r>
              <a:rPr lang="en-US" dirty="0" err="1"/>
              <a:t>andmete</a:t>
            </a:r>
            <a:r>
              <a:rPr lang="en-US" dirty="0"/>
              <a:t> </a:t>
            </a:r>
            <a:r>
              <a:rPr lang="en-US" dirty="0" err="1"/>
              <a:t>hankimine</a:t>
            </a:r>
            <a:endParaRPr lang="en-US" dirty="0"/>
          </a:p>
          <a:p>
            <a:r>
              <a:rPr lang="en-US" dirty="0"/>
              <a:t>Dummy dataset – </a:t>
            </a:r>
            <a:r>
              <a:rPr lang="en-US" dirty="0" err="1"/>
              <a:t>Võimalikult</a:t>
            </a:r>
            <a:r>
              <a:rPr lang="en-US" dirty="0"/>
              <a:t> </a:t>
            </a:r>
            <a:r>
              <a:rPr lang="en-US" dirty="0" err="1"/>
              <a:t>realistlik</a:t>
            </a:r>
            <a:endParaRPr lang="en-US" dirty="0"/>
          </a:p>
          <a:p>
            <a:r>
              <a:rPr lang="en-US" dirty="0" err="1"/>
              <a:t>Piisavalt</a:t>
            </a:r>
            <a:r>
              <a:rPr lang="en-US" dirty="0"/>
              <a:t> </a:t>
            </a:r>
            <a:r>
              <a:rPr lang="en-US" dirty="0" err="1"/>
              <a:t>suur</a:t>
            </a:r>
            <a:endParaRPr lang="en-US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836AB60-5854-4E5A-BBFD-9E71A8600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576137" y="0"/>
            <a:ext cx="668374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A3B6404-C37D-4FE3-8124-9FC5ECE56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D61EC8C-9F54-4671-8E82-4AE6101D6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177768" y="0"/>
            <a:ext cx="5014232" cy="6868738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713264 w 4584879"/>
              <a:gd name="connsiteY2" fmla="*/ 6863976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408998"/>
              <a:gd name="connsiteY0" fmla="*/ 4762 h 6868738"/>
              <a:gd name="connsiteX1" fmla="*/ 4408998 w 4408998"/>
              <a:gd name="connsiteY1" fmla="*/ 0 h 6868738"/>
              <a:gd name="connsiteX2" fmla="*/ 2713264 w 4408998"/>
              <a:gd name="connsiteY2" fmla="*/ 6868738 h 6868738"/>
              <a:gd name="connsiteX3" fmla="*/ 0 w 4408998"/>
              <a:gd name="connsiteY3" fmla="*/ 6868738 h 6868738"/>
              <a:gd name="connsiteX4" fmla="*/ 0 w 4408998"/>
              <a:gd name="connsiteY4" fmla="*/ 4762 h 6868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8998" h="6868738">
                <a:moveTo>
                  <a:pt x="0" y="4762"/>
                </a:moveTo>
                <a:lnTo>
                  <a:pt x="4408998" y="0"/>
                </a:lnTo>
                <a:lnTo>
                  <a:pt x="2713264" y="6868738"/>
                </a:lnTo>
                <a:lnTo>
                  <a:pt x="0" y="6868738"/>
                </a:lnTo>
                <a:lnTo>
                  <a:pt x="0" y="476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8752" y="3109913"/>
            <a:ext cx="3738926" cy="307657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100">
                <a:solidFill>
                  <a:schemeClr val="tx2"/>
                </a:solidFill>
              </a:rPr>
              <a:t>Andmebaasi struktuur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1536" y="2814638"/>
            <a:ext cx="3620923" cy="1814512"/>
          </a:xfr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1200" spc="300" dirty="0" err="1">
                <a:solidFill>
                  <a:schemeClr val="tx2"/>
                </a:solidFill>
              </a:rPr>
              <a:t>Erinevad</a:t>
            </a:r>
            <a:r>
              <a:rPr lang="en-US" sz="1200" spc="300" dirty="0">
                <a:solidFill>
                  <a:schemeClr val="tx2"/>
                </a:solidFill>
              </a:rPr>
              <a:t> </a:t>
            </a:r>
            <a:r>
              <a:rPr lang="en-US" sz="1200" spc="300" dirty="0" err="1">
                <a:solidFill>
                  <a:schemeClr val="tx2"/>
                </a:solidFill>
              </a:rPr>
              <a:t>seosed</a:t>
            </a:r>
            <a:endParaRPr lang="en-US" sz="1200" spc="300" dirty="0">
              <a:solidFill>
                <a:schemeClr val="tx2"/>
              </a:solidFill>
            </a:endParaRPr>
          </a:p>
          <a:p>
            <a:pPr algn="r">
              <a:lnSpc>
                <a:spcPct val="110000"/>
              </a:lnSpc>
            </a:pPr>
            <a:r>
              <a:rPr lang="en-US" sz="1200" spc="300" dirty="0" err="1">
                <a:solidFill>
                  <a:schemeClr val="tx2"/>
                </a:solidFill>
              </a:rPr>
              <a:t>Simuleerimaks</a:t>
            </a:r>
            <a:r>
              <a:rPr lang="en-US" sz="1200" spc="300" dirty="0">
                <a:solidFill>
                  <a:schemeClr val="tx2"/>
                </a:solidFill>
              </a:rPr>
              <a:t> </a:t>
            </a:r>
            <a:r>
              <a:rPr lang="en-US" sz="1200" spc="300" dirty="0" err="1">
                <a:solidFill>
                  <a:schemeClr val="tx2"/>
                </a:solidFill>
              </a:rPr>
              <a:t>reaalsetele</a:t>
            </a:r>
            <a:r>
              <a:rPr lang="en-US" sz="1200" spc="300" dirty="0">
                <a:solidFill>
                  <a:schemeClr val="tx2"/>
                </a:solidFill>
              </a:rPr>
              <a:t> </a:t>
            </a:r>
            <a:r>
              <a:rPr lang="en-US" sz="1200" spc="300" dirty="0" err="1">
                <a:solidFill>
                  <a:schemeClr val="tx2"/>
                </a:solidFill>
              </a:rPr>
              <a:t>vajadustele</a:t>
            </a:r>
            <a:r>
              <a:rPr lang="en-US" sz="1200" spc="300" dirty="0">
                <a:solidFill>
                  <a:schemeClr val="tx2"/>
                </a:solidFill>
              </a:rPr>
              <a:t> </a:t>
            </a:r>
            <a:r>
              <a:rPr lang="en-US" sz="1200" spc="300" dirty="0" err="1">
                <a:solidFill>
                  <a:schemeClr val="tx2"/>
                </a:solidFill>
              </a:rPr>
              <a:t>vastavat</a:t>
            </a:r>
            <a:r>
              <a:rPr lang="en-US" sz="1200" spc="300" dirty="0">
                <a:solidFill>
                  <a:schemeClr val="tx2"/>
                </a:solidFill>
              </a:rPr>
              <a:t> </a:t>
            </a:r>
            <a:r>
              <a:rPr lang="en-US" sz="1200" spc="300" dirty="0" err="1">
                <a:solidFill>
                  <a:schemeClr val="tx2"/>
                </a:solidFill>
              </a:rPr>
              <a:t>andmebaasi</a:t>
            </a:r>
            <a:r>
              <a:rPr lang="en-US" sz="1200" spc="300" dirty="0">
                <a:solidFill>
                  <a:schemeClr val="tx2"/>
                </a:solidFill>
              </a:rPr>
              <a:t>.</a:t>
            </a:r>
          </a:p>
          <a:p>
            <a:pPr algn="r">
              <a:lnSpc>
                <a:spcPct val="110000"/>
              </a:lnSpc>
            </a:pPr>
            <a:r>
              <a:rPr lang="en-US" sz="1200" spc="300" dirty="0">
                <a:solidFill>
                  <a:schemeClr val="tx2"/>
                </a:solidFill>
              </a:rPr>
              <a:t> </a:t>
            </a:r>
          </a:p>
        </p:txBody>
      </p:sp>
      <p:pic>
        <p:nvPicPr>
          <p:cNvPr id="7" name="Picture 6" descr="A document with text on it&#10;&#10;Description automatically generated">
            <a:extLst>
              <a:ext uri="{FF2B5EF4-FFF2-40B4-BE49-F238E27FC236}">
                <a16:creationId xmlns:a16="http://schemas.microsoft.com/office/drawing/2014/main" id="{D5312625-42D6-0FF6-EA72-6D0C3390B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15" y="483311"/>
            <a:ext cx="7102572" cy="5577051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A5D40F5-A8C4-4952-BCA6-4D0D14F8B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758751" y="0"/>
            <a:ext cx="532263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5F0A9D0-BB35-4CAB-B92D-E061B9D8E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2F5DE35-776B-4C7D-AF2E-514E68BDD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0"/>
            <a:ext cx="698360" cy="57024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A65E4E8-1272-4386-BDFE-0129D7A7E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9642143" y="0"/>
            <a:ext cx="2549857" cy="207446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6515F51-DBC6-42B8-9C34-749F69BB6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97737" y="0"/>
            <a:ext cx="1294263" cy="599136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638174"/>
            <a:ext cx="10529048" cy="14763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/>
              <a:t>Valminud andmebaas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73F5967-4993-405D-A3E6-84DCEFF44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2403086" cy="103723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03768" y="2129170"/>
            <a:ext cx="4632341" cy="3587891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/>
              <a:t>Tehnoloogia</a:t>
            </a:r>
            <a:r>
              <a:rPr lang="en-US" dirty="0"/>
              <a:t> </a:t>
            </a:r>
            <a:endParaRPr lang="et-EE" dirty="0"/>
          </a:p>
          <a:p>
            <a:r>
              <a:rPr lang="et-EE" dirty="0"/>
              <a:t>            </a:t>
            </a:r>
            <a:r>
              <a:rPr lang="en-US" dirty="0"/>
              <a:t>+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/>
              <a:t>Plaaneerimine</a:t>
            </a:r>
            <a:endParaRPr lang="en-US" dirty="0"/>
          </a:p>
          <a:p>
            <a:r>
              <a:rPr lang="et-EE" dirty="0"/>
              <a:t>            </a:t>
            </a:r>
            <a:r>
              <a:rPr lang="en-US" dirty="0"/>
              <a:t>+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/>
              <a:t>Srateegiline</a:t>
            </a:r>
            <a:r>
              <a:rPr lang="en-US" dirty="0"/>
              <a:t> </a:t>
            </a:r>
            <a:r>
              <a:rPr lang="en-US" dirty="0" err="1"/>
              <a:t>lähenemine</a:t>
            </a:r>
            <a:endParaRPr lang="en-US" dirty="0"/>
          </a:p>
          <a:p>
            <a:r>
              <a:rPr lang="et-EE" dirty="0"/>
              <a:t>            </a:t>
            </a:r>
            <a:r>
              <a:rPr lang="en-US" dirty="0"/>
              <a:t>+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/>
              <a:t>Implementatsioon</a:t>
            </a:r>
            <a:endParaRPr lang="en-US" dirty="0"/>
          </a:p>
          <a:p>
            <a:r>
              <a:rPr lang="et-EE" dirty="0"/>
              <a:t>            </a:t>
            </a:r>
            <a:r>
              <a:rPr lang="en-US" dirty="0"/>
              <a:t>=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/>
              <a:t>Andmbebaas</a:t>
            </a:r>
            <a:r>
              <a:rPr lang="en-US" dirty="0"/>
              <a:t> </a:t>
            </a:r>
            <a:r>
              <a:rPr lang="en-US" dirty="0" err="1"/>
              <a:t>tabelite</a:t>
            </a:r>
            <a:r>
              <a:rPr lang="en-US" dirty="0"/>
              <a:t> ja </a:t>
            </a:r>
            <a:r>
              <a:rPr lang="en-US" dirty="0" err="1"/>
              <a:t>andmetega</a:t>
            </a:r>
            <a:endParaRPr lang="en-US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3A523CC-BD6C-4A0D-B9DB-1DC2CE1E2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807758" y="5501473"/>
            <a:ext cx="5455709" cy="135652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94718E31-B905-7E63-6596-607DBCB4F2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094" y="1789943"/>
            <a:ext cx="6047643" cy="403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8222250-799A-4AD0-9BD1-BE6EB7A06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770432A-C0A6-4D4F-AE2C-705049DA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244921" y="-5976"/>
            <a:ext cx="5947079" cy="6874927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677452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693787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842978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435688"/>
              <a:gd name="connsiteY0" fmla="*/ 0 h 6874927"/>
              <a:gd name="connsiteX1" fmla="*/ 4435688 w 4435688"/>
              <a:gd name="connsiteY1" fmla="*/ 4763 h 6874927"/>
              <a:gd name="connsiteX2" fmla="*/ 3842978 w 4435688"/>
              <a:gd name="connsiteY2" fmla="*/ 6874927 h 6874927"/>
              <a:gd name="connsiteX3" fmla="*/ 0 w 4435688"/>
              <a:gd name="connsiteY3" fmla="*/ 6863976 h 6874927"/>
              <a:gd name="connsiteX4" fmla="*/ 0 w 4435688"/>
              <a:gd name="connsiteY4" fmla="*/ 0 h 687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5688" h="6874927">
                <a:moveTo>
                  <a:pt x="0" y="0"/>
                </a:moveTo>
                <a:lnTo>
                  <a:pt x="4435688" y="4763"/>
                </a:lnTo>
                <a:lnTo>
                  <a:pt x="3842978" y="6874927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8073" y="542926"/>
            <a:ext cx="4537247" cy="16681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dirty="0" err="1"/>
              <a:t>Funktsionaalsus</a:t>
            </a:r>
            <a:r>
              <a:rPr lang="en-US" sz="3400" dirty="0"/>
              <a:t>: </a:t>
            </a:r>
            <a:r>
              <a:rPr lang="en-US" sz="3400" dirty="0" err="1"/>
              <a:t>Analüüs</a:t>
            </a:r>
            <a:r>
              <a:rPr lang="en-US" sz="3400" dirty="0"/>
              <a:t> ja </a:t>
            </a:r>
            <a:r>
              <a:rPr lang="en-US" sz="3400" dirty="0" err="1"/>
              <a:t>Statistika</a:t>
            </a:r>
            <a:endParaRPr lang="en-US" sz="3400" dirty="0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A8F9528D-4971-A1A6-16CC-65DD017EBDE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79" y="347662"/>
            <a:ext cx="7064716" cy="6162675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8FBE787-8B1D-40E5-8468-6F665BB5D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43268" y="0"/>
            <a:ext cx="488370" cy="68804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218706" y="2211069"/>
            <a:ext cx="4439894" cy="4113531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/>
              <a:t>Filtreerimine</a:t>
            </a: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/>
              <a:t>Päringud</a:t>
            </a:r>
            <a:r>
              <a:rPr lang="en-US" dirty="0"/>
              <a:t> / </a:t>
            </a:r>
            <a:r>
              <a:rPr lang="en-US" dirty="0" err="1"/>
              <a:t>otsingud</a:t>
            </a: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/>
              <a:t>Grupeerimine</a:t>
            </a: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/>
              <a:t>Funktsioonide</a:t>
            </a:r>
            <a:r>
              <a:rPr lang="en-US" dirty="0"/>
              <a:t> </a:t>
            </a:r>
            <a:r>
              <a:rPr lang="en-US" dirty="0" err="1"/>
              <a:t>rakendamine</a:t>
            </a: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18576E04-BA34-4597-8F97-B162CC6EB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23">
            <a:extLst>
              <a:ext uri="{FF2B5EF4-FFF2-40B4-BE49-F238E27FC236}">
                <a16:creationId xmlns:a16="http://schemas.microsoft.com/office/drawing/2014/main" id="{7C734818-70DD-433F-B5C3-FCD24557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578" y="625374"/>
            <a:ext cx="4756720" cy="22702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 err="1"/>
              <a:t>Funktsionaalsus</a:t>
            </a:r>
            <a:r>
              <a:rPr lang="en-US" sz="3200" dirty="0"/>
              <a:t>: CRUD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44A75B3-95A2-4F69-BBDB-FB06D4CC8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3768" y="534660"/>
            <a:ext cx="7355606" cy="5791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3200" dirty="0"/>
              <a:t>Create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3200" dirty="0"/>
              <a:t>Read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3200" dirty="0"/>
              <a:t>Update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3200" dirty="0"/>
              <a:t>Delete</a:t>
            </a:r>
          </a:p>
        </p:txBody>
      </p:sp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836DCA15-6941-240F-0C58-6AC628E64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602" y="1294305"/>
            <a:ext cx="8511298" cy="395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15F0A9D0-BB35-4CAB-B92D-E061B9D8E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2F5DE35-776B-4C7D-AF2E-514E68BDD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0"/>
            <a:ext cx="698360" cy="57024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A65E4E8-1272-4386-BDFE-0129D7A7E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9642143" y="0"/>
            <a:ext cx="2549857" cy="207446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6515F51-DBC6-42B8-9C34-749F69BB6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97737" y="0"/>
            <a:ext cx="1294263" cy="599136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F52C2E2-2B87-15FB-8E2C-00A07EB7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48" y="474976"/>
            <a:ext cx="2403086" cy="126100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/>
              <a:t>No SQL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73F5967-4993-405D-A3E6-84DCEFF44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2403086" cy="103723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EF74807-8A6C-35D6-FCA4-3A8AB2DD2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2968" y="758293"/>
            <a:ext cx="8384611" cy="578538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F489-6162-F189-AC0B-8B2DFA64E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3197" y="1647825"/>
            <a:ext cx="3375392" cy="465705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t-EE" dirty="0"/>
              <a:t>      </a:t>
            </a:r>
            <a:r>
              <a:rPr lang="en-US" dirty="0"/>
              <a:t>Redis for CACHE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 err="1"/>
              <a:t>Suhteliselt</a:t>
            </a:r>
            <a:r>
              <a:rPr lang="en-US" dirty="0"/>
              <a:t> </a:t>
            </a:r>
            <a:r>
              <a:rPr lang="en-US" dirty="0" err="1"/>
              <a:t>kiire</a:t>
            </a:r>
            <a:endParaRPr lang="en-US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Django </a:t>
            </a:r>
            <a:r>
              <a:rPr lang="en-US" dirty="0" err="1"/>
              <a:t>poolt</a:t>
            </a:r>
            <a:r>
              <a:rPr lang="en-US" dirty="0"/>
              <a:t> </a:t>
            </a:r>
            <a:r>
              <a:rPr lang="en-US" dirty="0" err="1"/>
              <a:t>toetatud</a:t>
            </a:r>
            <a:endParaRPr lang="en-US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 err="1"/>
              <a:t>Horisontaalselt</a:t>
            </a:r>
            <a:r>
              <a:rPr lang="en-US" dirty="0"/>
              <a:t> </a:t>
            </a:r>
            <a:r>
              <a:rPr lang="en-US" dirty="0" err="1"/>
              <a:t>kergelt</a:t>
            </a:r>
            <a:r>
              <a:rPr lang="en-US" dirty="0"/>
              <a:t> </a:t>
            </a:r>
            <a:r>
              <a:rPr lang="en-US" dirty="0" err="1"/>
              <a:t>skaleeritav</a:t>
            </a:r>
            <a:endParaRPr lang="en-US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 err="1"/>
              <a:t>Paindlikus</a:t>
            </a:r>
            <a:r>
              <a:rPr lang="en-US" dirty="0"/>
              <a:t> (</a:t>
            </a:r>
            <a:r>
              <a:rPr lang="en-US" dirty="0" err="1"/>
              <a:t>erinevad</a:t>
            </a:r>
            <a:r>
              <a:rPr lang="en-US" dirty="0"/>
              <a:t> </a:t>
            </a:r>
            <a:r>
              <a:rPr lang="en-US" dirty="0" err="1"/>
              <a:t>andmestruktuurid</a:t>
            </a:r>
            <a:r>
              <a:rPr lang="en-US" dirty="0"/>
              <a:t>)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3A523CC-BD6C-4A0D-B9DB-1DC2CE1E2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807758" y="5501473"/>
            <a:ext cx="5455709" cy="135652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475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A6CA7A60-8DF8-4B78-BFE3-B372B90AB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69A5737-8D36-4BF8-AC7D-2AA2B6B63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968"/>
            <a:ext cx="3818316" cy="6900306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3818316"/>
              <a:gd name="connsiteY0" fmla="*/ 0 h 6863976"/>
              <a:gd name="connsiteX1" fmla="*/ 3818316 w 3818316"/>
              <a:gd name="connsiteY1" fmla="*/ 0 h 6863976"/>
              <a:gd name="connsiteX2" fmla="*/ 2493114 w 3818316"/>
              <a:gd name="connsiteY2" fmla="*/ 6863976 h 6863976"/>
              <a:gd name="connsiteX3" fmla="*/ 0 w 3818316"/>
              <a:gd name="connsiteY3" fmla="*/ 6863976 h 6863976"/>
              <a:gd name="connsiteX4" fmla="*/ 0 w 3818316"/>
              <a:gd name="connsiteY4" fmla="*/ 0 h 6863976"/>
              <a:gd name="connsiteX0" fmla="*/ 0 w 3818316"/>
              <a:gd name="connsiteY0" fmla="*/ 0 h 6863976"/>
              <a:gd name="connsiteX1" fmla="*/ 3818316 w 3818316"/>
              <a:gd name="connsiteY1" fmla="*/ 0 h 6863976"/>
              <a:gd name="connsiteX2" fmla="*/ 2252194 w 3818316"/>
              <a:gd name="connsiteY2" fmla="*/ 6853025 h 6863976"/>
              <a:gd name="connsiteX3" fmla="*/ 0 w 3818316"/>
              <a:gd name="connsiteY3" fmla="*/ 6863976 h 6863976"/>
              <a:gd name="connsiteX4" fmla="*/ 0 w 3818316"/>
              <a:gd name="connsiteY4" fmla="*/ 0 h 6863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8316" h="6863976">
                <a:moveTo>
                  <a:pt x="0" y="0"/>
                </a:moveTo>
                <a:lnTo>
                  <a:pt x="3818316" y="0"/>
                </a:lnTo>
                <a:lnTo>
                  <a:pt x="2252194" y="6853025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506" y="714374"/>
            <a:ext cx="5662612" cy="9319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Implementat</a:t>
            </a:r>
            <a:r>
              <a:rPr lang="et-EE" dirty="0"/>
              <a:t>sioon</a:t>
            </a:r>
            <a:endParaRPr lang="en-US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2ECE8B0-6962-4F5B-830A-E8F8F9726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2759626"/>
            <a:ext cx="3484282" cy="409538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AF673E-0279-495F-A8A9-F84D0AB5A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259294"/>
            <a:ext cx="4748213" cy="159571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9551978D-433E-63D5-A750-84582B63E82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87702501"/>
              </p:ext>
            </p:extLst>
          </p:nvPr>
        </p:nvGraphicFramePr>
        <p:xfrm>
          <a:off x="4106586" y="788465"/>
          <a:ext cx="7424423" cy="5245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3C3FFE31-4B47-8EA4-231D-56BEF65A515F}"/>
              </a:ext>
            </a:extLst>
          </p:cNvPr>
          <p:cNvSpPr txBox="1">
            <a:spLocks/>
          </p:cNvSpPr>
          <p:nvPr/>
        </p:nvSpPr>
        <p:spPr>
          <a:xfrm>
            <a:off x="423540" y="2040489"/>
            <a:ext cx="6140936" cy="380786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t-EE" sz="3200" dirty="0"/>
              <a:t>Models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t-EE" sz="3200" dirty="0"/>
              <a:t>Views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t-EE" sz="3200" dirty="0"/>
              <a:t>Url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t-EE" sz="3200" dirty="0"/>
              <a:t>Template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t-EE" sz="3200" dirty="0"/>
              <a:t>Bootstrap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t-EE" sz="3200" dirty="0"/>
          </a:p>
          <a:p>
            <a:endParaRPr lang="et-E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t-EE" sz="3200" dirty="0"/>
              <a:t>Serverid ja teenused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6CA7A60-8DF8-4B78-BFE3-B372B90AB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69A5737-8D36-4BF8-AC7D-2AA2B6B63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968"/>
            <a:ext cx="3818316" cy="6900306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3818316"/>
              <a:gd name="connsiteY0" fmla="*/ 0 h 6863976"/>
              <a:gd name="connsiteX1" fmla="*/ 3818316 w 3818316"/>
              <a:gd name="connsiteY1" fmla="*/ 0 h 6863976"/>
              <a:gd name="connsiteX2" fmla="*/ 2493114 w 3818316"/>
              <a:gd name="connsiteY2" fmla="*/ 6863976 h 6863976"/>
              <a:gd name="connsiteX3" fmla="*/ 0 w 3818316"/>
              <a:gd name="connsiteY3" fmla="*/ 6863976 h 6863976"/>
              <a:gd name="connsiteX4" fmla="*/ 0 w 3818316"/>
              <a:gd name="connsiteY4" fmla="*/ 0 h 6863976"/>
              <a:gd name="connsiteX0" fmla="*/ 0 w 3818316"/>
              <a:gd name="connsiteY0" fmla="*/ 0 h 6863976"/>
              <a:gd name="connsiteX1" fmla="*/ 3818316 w 3818316"/>
              <a:gd name="connsiteY1" fmla="*/ 0 h 6863976"/>
              <a:gd name="connsiteX2" fmla="*/ 2252194 w 3818316"/>
              <a:gd name="connsiteY2" fmla="*/ 6853025 h 6863976"/>
              <a:gd name="connsiteX3" fmla="*/ 0 w 3818316"/>
              <a:gd name="connsiteY3" fmla="*/ 6863976 h 6863976"/>
              <a:gd name="connsiteX4" fmla="*/ 0 w 3818316"/>
              <a:gd name="connsiteY4" fmla="*/ 0 h 6863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8316" h="6863976">
                <a:moveTo>
                  <a:pt x="0" y="0"/>
                </a:moveTo>
                <a:lnTo>
                  <a:pt x="3818316" y="0"/>
                </a:lnTo>
                <a:lnTo>
                  <a:pt x="2252194" y="6853025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87" y="1033741"/>
            <a:ext cx="3818316" cy="18573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 err="1"/>
              <a:t>Õppetunnid</a:t>
            </a:r>
            <a:r>
              <a:rPr lang="et-EE" sz="3200" dirty="0"/>
              <a:t>:</a:t>
            </a:r>
            <a:endParaRPr lang="en-US" sz="32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2ECE8B0-6962-4F5B-830A-E8F8F9726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2759626"/>
            <a:ext cx="3484282" cy="409538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EAF673E-0279-495F-A8A9-F84D0AB5A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259294"/>
            <a:ext cx="4748213" cy="159571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skeleton sitting at a desk with a computer&#10;&#10;Description automatically generated">
            <a:extLst>
              <a:ext uri="{FF2B5EF4-FFF2-40B4-BE49-F238E27FC236}">
                <a16:creationId xmlns:a16="http://schemas.microsoft.com/office/drawing/2014/main" id="{AC28A068-D2F7-F841-752E-F855082035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964" y="553465"/>
            <a:ext cx="2915057" cy="23244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27F581-3161-8334-C5BD-C717807A6673}"/>
              </a:ext>
            </a:extLst>
          </p:cNvPr>
          <p:cNvGraphicFramePr>
            <a:graphicFrameLocks noGrp="1"/>
          </p:cNvGraphicFramePr>
          <p:nvPr>
            <p:ph sz="half" idx="14"/>
            <p:extLst>
              <p:ext uri="{D42A27DB-BD31-4B8C-83A1-F6EECF244321}">
                <p14:modId xmlns:p14="http://schemas.microsoft.com/office/powerpoint/2010/main" val="174644765"/>
              </p:ext>
            </p:extLst>
          </p:nvPr>
        </p:nvGraphicFramePr>
        <p:xfrm>
          <a:off x="4106586" y="788465"/>
          <a:ext cx="7424423" cy="5245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676" y="2484783"/>
            <a:ext cx="5883197" cy="1014413"/>
          </a:xfrm>
          <a:noFill/>
        </p:spPr>
        <p:txBody>
          <a:bodyPr anchor="b"/>
          <a:lstStyle/>
          <a:p>
            <a:r>
              <a:rPr lang="et-EE" dirty="0"/>
              <a:t>Aitäh Kuulamast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676" y="3729039"/>
            <a:ext cx="5583159" cy="2397400"/>
          </a:xfrm>
          <a:noFill/>
        </p:spPr>
        <p:txBody>
          <a:bodyPr anchor="t">
            <a:normAutofit/>
          </a:bodyPr>
          <a:lstStyle/>
          <a:p>
            <a:r>
              <a:rPr lang="et-EE" dirty="0"/>
              <a:t>Raivo Sülla</a:t>
            </a:r>
            <a:endParaRPr lang="en-US" dirty="0"/>
          </a:p>
          <a:p>
            <a:r>
              <a:rPr lang="et-EE" dirty="0"/>
              <a:t>(+372) 55632396</a:t>
            </a:r>
            <a:endParaRPr lang="en-US" dirty="0"/>
          </a:p>
          <a:p>
            <a:r>
              <a:rPr lang="et-EE" dirty="0"/>
              <a:t>raivo.sylla@gmail.com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{45BF9C28-6A41-4590-B3D0-230FD4BBFDAA}tf22797433_win32</Template>
  <TotalTime>0</TotalTime>
  <Words>166</Words>
  <Application>Microsoft Office PowerPoint</Application>
  <PresentationFormat>Widescreen</PresentationFormat>
  <Paragraphs>78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Univers Condensed Light</vt:lpstr>
      <vt:lpstr>Walbaum Display Light</vt:lpstr>
      <vt:lpstr>AngleLinesVTI</vt:lpstr>
      <vt:lpstr>Kinnisvara statistika     Andmebaasid Juhendaja: Janek Press Koostaja: Raivo Sülla</vt:lpstr>
      <vt:lpstr>AGENDA</vt:lpstr>
      <vt:lpstr>Kasutatud tehnoloogia:</vt:lpstr>
      <vt:lpstr>Lähteandmed</vt:lpstr>
      <vt:lpstr>Andmebaasi struktuur</vt:lpstr>
      <vt:lpstr>Valminud andmebaas</vt:lpstr>
      <vt:lpstr>Funktsionaalsus: Analüüs ja Statistika</vt:lpstr>
      <vt:lpstr>Funktsionaalsus: CRUD</vt:lpstr>
      <vt:lpstr>No SQL</vt:lpstr>
      <vt:lpstr>Implementatsioon</vt:lpstr>
      <vt:lpstr>Õppetunnid:</vt:lpstr>
      <vt:lpstr>Aitäh Kuulamast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Raivo Sülla</dc:creator>
  <cp:lastModifiedBy>Raivo Sülla</cp:lastModifiedBy>
  <cp:revision>1</cp:revision>
  <dcterms:created xsi:type="dcterms:W3CDTF">2024-12-09T14:09:04Z</dcterms:created>
  <dcterms:modified xsi:type="dcterms:W3CDTF">2024-12-09T14:59:51Z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